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simple question: how many people here have wasted time walking around Redemption City looking for something to buy?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Redemption City is large. Markets are scattered. People waste time and money searching — and have no protection when things go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link. Open it. Browse. Buy. Done. That's the whole pitch for a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escrow model is the core trust mechanism. Step 3 — money held — is what makes buyers comfortable and sellers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feature solves a specific pain point. Nothing built for the sake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3% is consistent with comparable platforms like Alutamarket. Free-to-list removes every barrier to seller adoption on a new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Specificity is the moat. A large national platform can never be more relevant to Redemption City than a platform built only for Redemption 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solve the cold-start problem by recruiting supply before we open demand. Founding sellers bring their own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technology choice was made with one question in mind: what is the simplest, most reliable tool for a real Nigerian market?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vision, not just the product. This is infrastructure for a community — not just another marketplace.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RedemptionMart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safe way to buy and sell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Redemption City, online.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25603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2B3A"/>
                </a:solidFill>
              </a:rPr>
              <a:t>Hackathon Submission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0FAFA"/>
          </a:solidFill>
          <a:ln w="12700">
            <a:solidFill>
              <a:srgbClr val="D0EC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34440" y="128016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don't know which vendors sell what they need. The only way to find out is to physically go and look.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0FAFA"/>
          </a:solidFill>
          <a:ln w="12700">
            <a:solidFill>
              <a:srgbClr val="D0EC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0" y="128016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✗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8346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deals have no payment safety. If a buyer gets the wrong item, there is no recourse.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0FAFA"/>
          </a:solidFill>
          <a:ln w="12700">
            <a:solidFill>
              <a:srgbClr val="D0EC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95160" y="128016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28346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informal. No receipts. No evidence. Disputes have no resolution path.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WhatsApp groups exist as a workaround — but they're informal, unprotected, and unstructured.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RedemptionMart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B3A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open the app, search for a product, see real photos and prices, and order in seconds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41448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B3A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395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create a free shop, list their products, and receive orders directly on their phone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08376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08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B3A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96265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held safely until the buyer confirms they got the right item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75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B3A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52958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recorded — no more informal, unprotected deals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142232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42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B3A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09651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phone, shareable as a WhatsApp link — no app download needed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05840" cy="10058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2331720"/>
            <a:ext cx="5029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Lists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69748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0FAFA"/>
          </a:solidFill>
          <a:ln w="12700">
            <a:solidFill>
              <a:srgbClr val="D0EC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78892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free shop, uploads product photos, sets prices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097280"/>
            <a:ext cx="1005840" cy="10058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83280" y="2331720"/>
            <a:ext cx="5029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Orders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269748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0FAFA"/>
          </a:solidFill>
          <a:ln w="12700">
            <a:solidFill>
              <a:srgbClr val="D0EC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03120" y="278892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or searches, selects an item, pays securely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0" y="1097280"/>
            <a:ext cx="1005840" cy="10058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1097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20640" y="2331720"/>
            <a:ext cx="5029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Held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269748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0FAFA"/>
          </a:solidFill>
          <a:ln w="12700">
            <a:solidFill>
              <a:srgbClr val="D0EC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0" y="278892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sits safely in the platform — not with seller yet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097280"/>
            <a:ext cx="1005840" cy="10058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097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858000" y="2331720"/>
            <a:ext cx="5029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Delivered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269748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0FAFA"/>
          </a:solidFill>
          <a:ln w="12700">
            <a:solidFill>
              <a:srgbClr val="D0EC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77840" y="278892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ships it or buyer picks up from seller directly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8080" y="1097280"/>
            <a:ext cx="1005840" cy="10058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1097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2237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Confirms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23760" y="269748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0FAFA"/>
          </a:solidFill>
          <a:ln w="12700">
            <a:solidFill>
              <a:srgbClr val="D0EC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0" y="278892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taps 'I got the right thing' — seller gets paid instantly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371600" y="4663440"/>
            <a:ext cx="6400800" cy="347472"/>
          </a:xfrm>
          <a:prstGeom prst="roundRect">
            <a:avLst>
              <a:gd name="adj" fmla="val 21053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4663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2B3A"/>
                </a:solidFill>
              </a:rPr>
              <a:t>Money only moves when the buyer is satisfied. This is the trust layer that makes RedemptionMart safe.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7FFFE"/>
          </a:solidFill>
          <a:ln w="12700">
            <a:solidFill>
              <a:srgbClr val="D4ED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1143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product in Redemption City by name or category — no more wandering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7FFFE"/>
          </a:solidFill>
          <a:ln w="12700">
            <a:solidFill>
              <a:srgbClr val="D4ED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023360" y="1143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pays upfront. Money held safely. Released only after buyer confirms receipt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7FFFE"/>
          </a:solidFill>
          <a:ln w="12700">
            <a:solidFill>
              <a:srgbClr val="D4ED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🚚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03720" y="1143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or Pickup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chooses: have it delivered, or go straight to the seller's address — no wasted trips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7FFFE"/>
          </a:solidFill>
          <a:ln w="12700">
            <a:solidFill>
              <a:srgbClr val="D4ED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leave star ratings after every purchase. Bad sellers get noticed. Good ones grow faster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28346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7FFFE"/>
          </a:solidFill>
          <a:ln w="12700">
            <a:solidFill>
              <a:srgbClr val="D4ED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55848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23360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34290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has a digital receipt. Disputes have evidence. No more 'I never said that'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8346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7FFFE"/>
          </a:solidFill>
          <a:ln w="12700">
            <a:solidFill>
              <a:srgbClr val="D4ED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36208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Sellers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34290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listing fee, no subscription. Sellers only pay 3% when a sale actually completes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every completed sale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1143000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097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join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13898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listing fees. No subscription. Sellers pay nothing upfront.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94767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901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completed sales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2194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earn only when a sale actually goes through our payment system.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2752344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7066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incentives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00" y="29992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revenue grows when sellers grow. We win together.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355701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35112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revenue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3400" y="38039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placements + services marketplace — once traffic justifies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Redemption City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0FAFA"/>
          </a:solidFill>
          <a:ln w="12700">
            <a:solidFill>
              <a:srgbClr val="D0EC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unique, self-contained community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densely populated, with many active markets and traders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128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Community-first culture — residents prefer buying local when possible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614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WhatsApp usage — perfect for link-based app sharing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6499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101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geography means delivery is fast and manageable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587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community trust — buyers and sellers often know each other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022B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no one has filled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16642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 / Konga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Nigeria. Not built for here.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194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2194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search, no payment safety, no records.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249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2724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only — no buying or payment rails.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2552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mouth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32552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unreliable, no digital trail.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856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RedemptionMart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37856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exactly this community.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0FAFA"/>
          </a:solidFill>
          <a:ln w="12700">
            <a:solidFill>
              <a:srgbClr val="D0EC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7899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078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Founding Sellers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38988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onboard 10–15 known, trusted vendors. Help them set up their shops. Offer free featured placement for 3 months.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0FAFA"/>
          </a:solidFill>
          <a:ln w="12700">
            <a:solidFill>
              <a:srgbClr val="D0EC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039112"/>
            <a:ext cx="640080" cy="640080"/>
          </a:xfrm>
          <a:prstGeom prst="ellipse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039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Launch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3500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to founding sellers' existing WhatsApp customers. These buyers already trust these sellers — the platform just makes it safer.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0FAFA"/>
          </a:solidFill>
          <a:ln w="12700">
            <a:solidFill>
              <a:srgbClr val="D0EC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999232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2999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Link-Based Growth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31012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seller shares their shop link. Every buyer shares a product they liked. WhatsApp is the distribution channel.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0FAFA"/>
          </a:solidFill>
          <a:ln w="12700">
            <a:solidFill>
              <a:srgbClr val="D0EC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959352"/>
            <a:ext cx="640080" cy="640080"/>
          </a:xfrm>
          <a:prstGeom prst="ellipse">
            <a:avLst/>
          </a:prstGeom>
          <a:solidFill>
            <a:srgbClr val="028F6B"/>
          </a:solidFill>
          <a:ln w="12700">
            <a:solidFill>
              <a:srgbClr val="028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59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9593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Scale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27024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seller onboarding publicly. Activate reviews and ratings. Introduce featured placement once buyer traffic justifies 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0A3A4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download. Works on any Android phone. Shareable via WhatsApp link.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0A3A4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well-supported frontend. TypeScript catches bugs automatically.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0A3A4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handles all payment logic, order state, and webhook processing.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0A3A4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PostgreSQL database + secure authentication + file storage.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0A3A4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most trusted payment processor. Handles cards, bank transfers, USSD.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0A3A4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931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seller notifications for new orders — no missed sales.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Become the digital commerce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for Redemption City.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products. Growing into services.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this community, by this community.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72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2B3A"/>
                </a:solidFill>
              </a:rPr>
              <a:t>A simple, safe way to buy and sell within Redemption City, online.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RedemptionMart Pitch Deck</dc:title>
  <dc:subject>PptxGenJS Presentation</dc:subject>
  <dc:creator>RedemptionMart</dc:creator>
  <cp:lastModifiedBy>RedemptionMart</cp:lastModifiedBy>
  <cp:revision>1</cp:revision>
  <dcterms:created xsi:type="dcterms:W3CDTF">2026-06-26T09:36:51Z</dcterms:created>
  <dcterms:modified xsi:type="dcterms:W3CDTF">2026-06-26T09:36:51Z</dcterms:modified>
</cp:coreProperties>
</file>